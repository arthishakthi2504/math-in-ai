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77724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081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79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1" i="0">
                <a:solidFill>
                  <a:srgbClr val="0F2D4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1" i="0">
                <a:solidFill>
                  <a:srgbClr val="0F2D4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5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1" i="0">
                <a:solidFill>
                  <a:srgbClr val="0F2D4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jp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758965" y="8434551"/>
            <a:ext cx="677917" cy="4256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972910" y="3153103"/>
            <a:ext cx="1198179" cy="110358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4083268" y="4445875"/>
            <a:ext cx="1008993" cy="10089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099034" y="8403020"/>
            <a:ext cx="630620" cy="6148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385959" y="4469523"/>
            <a:ext cx="1480820" cy="0"/>
          </a:xfrm>
          <a:custGeom>
            <a:avLst/>
            <a:gdLst/>
            <a:ahLst/>
            <a:cxnLst/>
            <a:rect l="l" t="t" r="r" b="b"/>
            <a:pathLst>
              <a:path w="1480820">
                <a:moveTo>
                  <a:pt x="0" y="0"/>
                </a:moveTo>
                <a:lnTo>
                  <a:pt x="148045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2913665" y="4469523"/>
            <a:ext cx="724535" cy="0"/>
          </a:xfrm>
          <a:custGeom>
            <a:avLst/>
            <a:gdLst/>
            <a:ahLst/>
            <a:cxnLst/>
            <a:rect l="l" t="t" r="r" b="b"/>
            <a:pathLst>
              <a:path w="724535">
                <a:moveTo>
                  <a:pt x="0" y="0"/>
                </a:moveTo>
                <a:lnTo>
                  <a:pt x="7244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6032075" y="2695903"/>
            <a:ext cx="551815" cy="0"/>
          </a:xfrm>
          <a:custGeom>
            <a:avLst/>
            <a:gdLst/>
            <a:ahLst/>
            <a:cxnLst/>
            <a:rect l="l" t="t" r="r" b="b"/>
            <a:pathLst>
              <a:path w="551815">
                <a:moveTo>
                  <a:pt x="0" y="0"/>
                </a:moveTo>
                <a:lnTo>
                  <a:pt x="551233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8479" y="580824"/>
            <a:ext cx="5855441" cy="1247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1" i="0">
                <a:solidFill>
                  <a:srgbClr val="0F2D4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59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7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5395"/>
              </a:lnSpc>
            </a:pPr>
            <a:r>
              <a:rPr spc="110" dirty="0"/>
              <a:t>M</a:t>
            </a:r>
            <a:r>
              <a:rPr spc="45" dirty="0"/>
              <a:t>athe</a:t>
            </a:r>
            <a:r>
              <a:rPr spc="195" dirty="0"/>
              <a:t>m</a:t>
            </a:r>
            <a:r>
              <a:rPr spc="130" dirty="0"/>
              <a:t>a</a:t>
            </a:r>
            <a:r>
              <a:rPr spc="200" dirty="0"/>
              <a:t>t</a:t>
            </a:r>
            <a:r>
              <a:rPr spc="-120" dirty="0"/>
              <a:t>i</a:t>
            </a:r>
            <a:r>
              <a:rPr spc="-85" dirty="0"/>
              <a:t>cs</a:t>
            </a:r>
            <a:r>
              <a:rPr spc="-690" dirty="0"/>
              <a:t> </a:t>
            </a:r>
            <a:r>
              <a:rPr spc="5" dirty="0"/>
              <a:t>i</a:t>
            </a:r>
            <a:r>
              <a:rPr spc="55" dirty="0"/>
              <a:t>n</a:t>
            </a:r>
          </a:p>
          <a:p>
            <a:pPr marL="230504">
              <a:lnSpc>
                <a:spcPts val="5345"/>
              </a:lnSpc>
            </a:pPr>
            <a:r>
              <a:rPr spc="-355" dirty="0"/>
              <a:t>A</a:t>
            </a:r>
            <a:r>
              <a:rPr spc="225" dirty="0"/>
              <a:t>r</a:t>
            </a:r>
            <a:r>
              <a:rPr spc="300" dirty="0"/>
              <a:t>t</a:t>
            </a:r>
            <a:r>
              <a:rPr spc="-370" dirty="0"/>
              <a:t>i</a:t>
            </a:r>
            <a:r>
              <a:rPr spc="45" dirty="0"/>
              <a:t>f</a:t>
            </a:r>
            <a:r>
              <a:rPr dirty="0"/>
              <a:t>i</a:t>
            </a:r>
            <a:r>
              <a:rPr spc="-35" dirty="0"/>
              <a:t>c</a:t>
            </a:r>
            <a:r>
              <a:rPr spc="-305" dirty="0"/>
              <a:t>i</a:t>
            </a:r>
            <a:r>
              <a:rPr spc="-95" dirty="0"/>
              <a:t>a</a:t>
            </a:r>
            <a:r>
              <a:rPr spc="120" dirty="0"/>
              <a:t>l</a:t>
            </a:r>
            <a:r>
              <a:rPr spc="-595" dirty="0"/>
              <a:t> </a:t>
            </a:r>
            <a:r>
              <a:rPr spc="-250" dirty="0"/>
              <a:t>I</a:t>
            </a:r>
            <a:r>
              <a:rPr spc="-509" dirty="0"/>
              <a:t>n</a:t>
            </a:r>
            <a:r>
              <a:rPr spc="30" dirty="0"/>
              <a:t>t</a:t>
            </a:r>
            <a:r>
              <a:rPr spc="175" dirty="0"/>
              <a:t>e</a:t>
            </a:r>
            <a:r>
              <a:rPr spc="-135" dirty="0"/>
              <a:t>l</a:t>
            </a:r>
            <a:r>
              <a:rPr spc="-350" dirty="0"/>
              <a:t>l</a:t>
            </a:r>
            <a:r>
              <a:rPr spc="-305" dirty="0"/>
              <a:t>i</a:t>
            </a:r>
            <a:r>
              <a:rPr spc="-385" dirty="0"/>
              <a:t>g</a:t>
            </a:r>
            <a:r>
              <a:rPr spc="-95" dirty="0"/>
              <a:t>e</a:t>
            </a:r>
            <a:r>
              <a:rPr spc="-325" dirty="0"/>
              <a:t>n</a:t>
            </a:r>
            <a:r>
              <a:rPr spc="-135" dirty="0"/>
              <a:t>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0015" y="1985586"/>
            <a:ext cx="429323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20" dirty="0">
                <a:solidFill>
                  <a:srgbClr val="0F2D48"/>
                </a:solidFill>
                <a:latin typeface="Arial"/>
                <a:cs typeface="Arial"/>
              </a:rPr>
              <a:t>Ar</a:t>
            </a:r>
            <a:r>
              <a:rPr sz="2000" b="1" spc="150" dirty="0">
                <a:solidFill>
                  <a:srgbClr val="0F2D48"/>
                </a:solidFill>
                <a:latin typeface="Arial"/>
                <a:cs typeface="Arial"/>
              </a:rPr>
              <a:t>t</a:t>
            </a:r>
            <a:r>
              <a:rPr sz="2000" b="1" spc="80" dirty="0">
                <a:solidFill>
                  <a:srgbClr val="0F2D48"/>
                </a:solidFill>
                <a:latin typeface="Arial"/>
                <a:cs typeface="Arial"/>
              </a:rPr>
              <a:t>hi</a:t>
            </a:r>
            <a:r>
              <a:rPr sz="2000" b="1" spc="-215" dirty="0">
                <a:solidFill>
                  <a:srgbClr val="0F2D48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0F2D48"/>
                </a:solidFill>
                <a:latin typeface="Arial"/>
                <a:cs typeface="Arial"/>
              </a:rPr>
              <a:t>S</a:t>
            </a:r>
            <a:r>
              <a:rPr sz="2000" b="1" spc="180" dirty="0">
                <a:solidFill>
                  <a:srgbClr val="283D54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27940">
              <a:lnSpc>
                <a:spcPts val="1905"/>
              </a:lnSpc>
              <a:spcBef>
                <a:spcPts val="295"/>
              </a:spcBef>
            </a:pPr>
            <a:r>
              <a:rPr sz="1600" spc="10" dirty="0">
                <a:solidFill>
                  <a:srgbClr val="0F2D48"/>
                </a:solidFill>
                <a:latin typeface="Arial"/>
                <a:cs typeface="Arial"/>
              </a:rPr>
              <a:t>S</a:t>
            </a:r>
            <a:r>
              <a:rPr sz="1600" spc="45" dirty="0">
                <a:solidFill>
                  <a:srgbClr val="0F2D48"/>
                </a:solidFill>
                <a:latin typeface="Arial"/>
                <a:cs typeface="Arial"/>
              </a:rPr>
              <a:t>r</a:t>
            </a:r>
            <a:r>
              <a:rPr sz="1600" spc="260" dirty="0">
                <a:solidFill>
                  <a:srgbClr val="151515"/>
                </a:solidFill>
                <a:latin typeface="Arial"/>
                <a:cs typeface="Arial"/>
              </a:rPr>
              <a:t>i</a:t>
            </a:r>
            <a:r>
              <a:rPr sz="1600" spc="-19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600" spc="15" dirty="0">
                <a:solidFill>
                  <a:srgbClr val="0F2D48"/>
                </a:solidFill>
                <a:latin typeface="Arial"/>
                <a:cs typeface="Arial"/>
              </a:rPr>
              <a:t>Balaji</a:t>
            </a:r>
            <a:r>
              <a:rPr sz="1600" spc="10" dirty="0">
                <a:solidFill>
                  <a:srgbClr val="0F2D48"/>
                </a:solidFill>
                <a:latin typeface="Arial"/>
                <a:cs typeface="Arial"/>
              </a:rPr>
              <a:t> </a:t>
            </a:r>
            <a:r>
              <a:rPr sz="1600" spc="35" dirty="0">
                <a:solidFill>
                  <a:srgbClr val="0F2D48"/>
                </a:solidFill>
                <a:latin typeface="Arial"/>
                <a:cs typeface="Arial"/>
              </a:rPr>
              <a:t>Chockaling</a:t>
            </a:r>
            <a:r>
              <a:rPr sz="1600" spc="30" dirty="0">
                <a:solidFill>
                  <a:srgbClr val="0F2D48"/>
                </a:solidFill>
                <a:latin typeface="Arial"/>
                <a:cs typeface="Arial"/>
              </a:rPr>
              <a:t>am</a:t>
            </a:r>
            <a:r>
              <a:rPr sz="1600" spc="55" dirty="0">
                <a:solidFill>
                  <a:srgbClr val="0F2D48"/>
                </a:solidFill>
                <a:latin typeface="Arial"/>
                <a:cs typeface="Arial"/>
              </a:rPr>
              <a:t> En</a:t>
            </a:r>
            <a:r>
              <a:rPr sz="1600" spc="-20" dirty="0">
                <a:solidFill>
                  <a:srgbClr val="0F2D48"/>
                </a:solidFill>
                <a:latin typeface="Arial"/>
                <a:cs typeface="Arial"/>
              </a:rPr>
              <a:t>g</a:t>
            </a:r>
            <a:r>
              <a:rPr sz="1600" spc="75" dirty="0">
                <a:solidFill>
                  <a:srgbClr val="0F2D48"/>
                </a:solidFill>
                <a:latin typeface="Arial"/>
                <a:cs typeface="Arial"/>
              </a:rPr>
              <a:t>i</a:t>
            </a:r>
            <a:r>
              <a:rPr sz="1600" spc="55" dirty="0">
                <a:solidFill>
                  <a:srgbClr val="0F2D48"/>
                </a:solidFill>
                <a:latin typeface="Arial"/>
                <a:cs typeface="Arial"/>
              </a:rPr>
              <a:t>neer</a:t>
            </a:r>
            <a:r>
              <a:rPr sz="1600" spc="50" dirty="0">
                <a:solidFill>
                  <a:srgbClr val="0F2D48"/>
                </a:solidFill>
                <a:latin typeface="Arial"/>
                <a:cs typeface="Arial"/>
              </a:rPr>
              <a:t>i</a:t>
            </a:r>
            <a:r>
              <a:rPr sz="1600" spc="114" dirty="0">
                <a:solidFill>
                  <a:srgbClr val="0F2D48"/>
                </a:solidFill>
                <a:latin typeface="Arial"/>
                <a:cs typeface="Arial"/>
              </a:rPr>
              <a:t>ng</a:t>
            </a:r>
            <a:r>
              <a:rPr sz="1600" spc="-165" dirty="0">
                <a:solidFill>
                  <a:srgbClr val="0F2D48"/>
                </a:solidFill>
                <a:latin typeface="Arial"/>
                <a:cs typeface="Arial"/>
              </a:rPr>
              <a:t> </a:t>
            </a:r>
            <a:r>
              <a:rPr sz="1600" spc="65" dirty="0">
                <a:solidFill>
                  <a:srgbClr val="0F2D48"/>
                </a:solidFill>
                <a:latin typeface="Arial"/>
                <a:cs typeface="Arial"/>
              </a:rPr>
              <a:t>Colle</a:t>
            </a:r>
            <a:r>
              <a:rPr sz="1600" spc="-30" dirty="0">
                <a:solidFill>
                  <a:srgbClr val="0F2D48"/>
                </a:solidFill>
                <a:latin typeface="Arial"/>
                <a:cs typeface="Arial"/>
              </a:rPr>
              <a:t>g</a:t>
            </a:r>
            <a:r>
              <a:rPr sz="1600" spc="35" dirty="0">
                <a:solidFill>
                  <a:srgbClr val="0F2D48"/>
                </a:solidFill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9521" y="3023702"/>
            <a:ext cx="2484120" cy="1171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ct val="100000"/>
              </a:lnSpc>
            </a:pPr>
            <a:r>
              <a:rPr sz="1900" b="1" spc="20" dirty="0">
                <a:solidFill>
                  <a:srgbClr val="0F2D48"/>
                </a:solidFill>
                <a:latin typeface="Arial"/>
                <a:cs typeface="Arial"/>
              </a:rPr>
              <a:t>I</a:t>
            </a:r>
            <a:r>
              <a:rPr sz="1900" b="1" dirty="0">
                <a:solidFill>
                  <a:srgbClr val="0F2D48"/>
                </a:solidFill>
                <a:latin typeface="Arial"/>
                <a:cs typeface="Arial"/>
              </a:rPr>
              <a:t>N</a:t>
            </a:r>
            <a:r>
              <a:rPr sz="1900" b="1" spc="-80" dirty="0">
                <a:solidFill>
                  <a:srgbClr val="0F2D48"/>
                </a:solidFill>
                <a:latin typeface="Arial"/>
                <a:cs typeface="Arial"/>
              </a:rPr>
              <a:t>T</a:t>
            </a:r>
            <a:r>
              <a:rPr sz="1900" b="1" spc="-100" dirty="0">
                <a:solidFill>
                  <a:srgbClr val="0F2D48"/>
                </a:solidFill>
                <a:latin typeface="Arial"/>
                <a:cs typeface="Arial"/>
              </a:rPr>
              <a:t>ROD</a:t>
            </a:r>
            <a:r>
              <a:rPr sz="1900" b="1" spc="-80" dirty="0">
                <a:solidFill>
                  <a:srgbClr val="0F2D48"/>
                </a:solidFill>
                <a:latin typeface="Arial"/>
                <a:cs typeface="Arial"/>
              </a:rPr>
              <a:t>UCT</a:t>
            </a:r>
            <a:r>
              <a:rPr sz="1900" b="1" spc="-90" dirty="0">
                <a:solidFill>
                  <a:srgbClr val="0F2D48"/>
                </a:solidFill>
                <a:latin typeface="Arial"/>
                <a:cs typeface="Arial"/>
              </a:rPr>
              <a:t>I</a:t>
            </a:r>
            <a:r>
              <a:rPr sz="1900" b="1" spc="-45" dirty="0">
                <a:solidFill>
                  <a:srgbClr val="0F2D48"/>
                </a:solidFill>
                <a:latin typeface="Arial"/>
                <a:cs typeface="Arial"/>
              </a:rPr>
              <a:t>ON</a:t>
            </a:r>
            <a:endParaRPr sz="1900">
              <a:latin typeface="Arial"/>
              <a:cs typeface="Arial"/>
            </a:endParaRPr>
          </a:p>
          <a:p>
            <a:pPr marL="12700" marR="5080" indent="15240">
              <a:lnSpc>
                <a:spcPct val="108600"/>
              </a:lnSpc>
              <a:spcBef>
                <a:spcPts val="1255"/>
              </a:spcBef>
            </a:pPr>
            <a:r>
              <a:rPr sz="1500" spc="5" dirty="0">
                <a:solidFill>
                  <a:srgbClr val="282826"/>
                </a:solidFill>
                <a:latin typeface="Arial"/>
                <a:cs typeface="Arial"/>
              </a:rPr>
              <a:t>Mathemat</a:t>
            </a:r>
            <a:r>
              <a:rPr sz="1500" spc="50" dirty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500" spc="-20" dirty="0">
                <a:solidFill>
                  <a:srgbClr val="282826"/>
                </a:solidFill>
                <a:latin typeface="Arial"/>
                <a:cs typeface="Arial"/>
              </a:rPr>
              <a:t>cal</a:t>
            </a:r>
            <a:r>
              <a:rPr sz="1500" spc="-110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20" dirty="0">
                <a:solidFill>
                  <a:srgbClr val="282826"/>
                </a:solidFill>
                <a:latin typeface="Arial"/>
                <a:cs typeface="Arial"/>
              </a:rPr>
              <a:t>concepts</a:t>
            </a:r>
            <a:r>
              <a:rPr sz="1500" spc="35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282826"/>
                </a:solidFill>
                <a:latin typeface="Arial"/>
                <a:cs typeface="Arial"/>
              </a:rPr>
              <a:t>and</a:t>
            </a:r>
            <a:r>
              <a:rPr sz="1500" spc="-5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151515"/>
                </a:solidFill>
                <a:latin typeface="Arial"/>
                <a:cs typeface="Arial"/>
              </a:rPr>
              <a:t>t</a:t>
            </a:r>
            <a:r>
              <a:rPr sz="1500" spc="100" dirty="0">
                <a:solidFill>
                  <a:srgbClr val="151515"/>
                </a:solidFill>
                <a:latin typeface="Arial"/>
                <a:cs typeface="Arial"/>
              </a:rPr>
              <a:t>e</a:t>
            </a:r>
            <a:r>
              <a:rPr sz="1500" spc="45" dirty="0">
                <a:solidFill>
                  <a:srgbClr val="3B3B3A"/>
                </a:solidFill>
                <a:latin typeface="Arial"/>
                <a:cs typeface="Arial"/>
              </a:rPr>
              <a:t>chn</a:t>
            </a:r>
            <a:r>
              <a:rPr sz="1500" spc="15" dirty="0">
                <a:solidFill>
                  <a:srgbClr val="3B3B3A"/>
                </a:solidFill>
                <a:latin typeface="Arial"/>
                <a:cs typeface="Arial"/>
              </a:rPr>
              <a:t>i</a:t>
            </a:r>
            <a:r>
              <a:rPr sz="1500" spc="95" dirty="0">
                <a:solidFill>
                  <a:srgbClr val="151515"/>
                </a:solidFill>
                <a:latin typeface="Arial"/>
                <a:cs typeface="Arial"/>
              </a:rPr>
              <a:t>q</a:t>
            </a:r>
            <a:r>
              <a:rPr sz="1500" spc="-10" dirty="0">
                <a:solidFill>
                  <a:srgbClr val="151515"/>
                </a:solidFill>
                <a:latin typeface="Arial"/>
                <a:cs typeface="Arial"/>
              </a:rPr>
              <a:t>ues</a:t>
            </a:r>
            <a:r>
              <a:rPr sz="1500" spc="-8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500" spc="5" dirty="0">
                <a:solidFill>
                  <a:srgbClr val="282826"/>
                </a:solidFill>
                <a:latin typeface="Arial"/>
                <a:cs typeface="Arial"/>
              </a:rPr>
              <a:t>are</a:t>
            </a:r>
            <a:r>
              <a:rPr sz="1500" spc="-130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30" dirty="0">
                <a:solidFill>
                  <a:srgbClr val="282826"/>
                </a:solidFill>
                <a:latin typeface="Arial"/>
                <a:cs typeface="Arial"/>
              </a:rPr>
              <a:t>fundam</a:t>
            </a:r>
            <a:r>
              <a:rPr sz="1500" spc="100" dirty="0">
                <a:solidFill>
                  <a:srgbClr val="282826"/>
                </a:solidFill>
                <a:latin typeface="Arial"/>
                <a:cs typeface="Arial"/>
              </a:rPr>
              <a:t>e</a:t>
            </a:r>
            <a:r>
              <a:rPr sz="1500" spc="35" dirty="0">
                <a:solidFill>
                  <a:srgbClr val="282826"/>
                </a:solidFill>
                <a:latin typeface="Arial"/>
                <a:cs typeface="Arial"/>
              </a:rPr>
              <a:t>ntal</a:t>
            </a:r>
            <a:r>
              <a:rPr sz="1500" spc="25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114" dirty="0">
                <a:solidFill>
                  <a:srgbClr val="282826"/>
                </a:solidFill>
                <a:latin typeface="Arial"/>
                <a:cs typeface="Arial"/>
              </a:rPr>
              <a:t>to</a:t>
            </a:r>
            <a:r>
              <a:rPr sz="1500" spc="-60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20" dirty="0">
                <a:solidFill>
                  <a:srgbClr val="282826"/>
                </a:solidFill>
                <a:latin typeface="Arial"/>
                <a:cs typeface="Arial"/>
              </a:rPr>
              <a:t>Al</a:t>
            </a:r>
            <a:r>
              <a:rPr sz="1500" spc="-70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35" dirty="0">
                <a:solidFill>
                  <a:srgbClr val="282826"/>
                </a:solidFill>
                <a:latin typeface="Arial"/>
                <a:cs typeface="Arial"/>
              </a:rPr>
              <a:t>growth</a:t>
            </a:r>
            <a:r>
              <a:rPr sz="1500" spc="80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5" dirty="0">
                <a:solidFill>
                  <a:srgbClr val="282826"/>
                </a:solidFill>
                <a:latin typeface="Arial"/>
                <a:cs typeface="Arial"/>
              </a:rPr>
              <a:t>and</a:t>
            </a:r>
            <a:r>
              <a:rPr sz="1500" spc="-30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35" dirty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500" spc="65" dirty="0">
                <a:solidFill>
                  <a:srgbClr val="282826"/>
                </a:solidFill>
                <a:latin typeface="Arial"/>
                <a:cs typeface="Arial"/>
              </a:rPr>
              <a:t>n</a:t>
            </a:r>
            <a:r>
              <a:rPr sz="1500" spc="-65" dirty="0">
                <a:solidFill>
                  <a:srgbClr val="282826"/>
                </a:solidFill>
                <a:latin typeface="Arial"/>
                <a:cs typeface="Arial"/>
              </a:rPr>
              <a:t>n</a:t>
            </a:r>
            <a:r>
              <a:rPr sz="1500" spc="20" dirty="0">
                <a:solidFill>
                  <a:srgbClr val="282826"/>
                </a:solidFill>
                <a:latin typeface="Arial"/>
                <a:cs typeface="Arial"/>
              </a:rPr>
              <a:t>ovatio</a:t>
            </a:r>
            <a:r>
              <a:rPr sz="1500" spc="15" dirty="0">
                <a:solidFill>
                  <a:srgbClr val="282826"/>
                </a:solidFill>
                <a:latin typeface="Arial"/>
                <a:cs typeface="Arial"/>
              </a:rPr>
              <a:t>n</a:t>
            </a:r>
            <a:r>
              <a:rPr sz="1500" spc="85" dirty="0">
                <a:solidFill>
                  <a:srgbClr val="282826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7396" y="4576605"/>
            <a:ext cx="2275205" cy="144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b="1" spc="90" dirty="0">
                <a:solidFill>
                  <a:srgbClr val="0F2D48"/>
                </a:solidFill>
                <a:latin typeface="Arial"/>
                <a:cs typeface="Arial"/>
              </a:rPr>
              <a:t>M</a:t>
            </a:r>
            <a:r>
              <a:rPr sz="1900" b="1" spc="-290" dirty="0">
                <a:solidFill>
                  <a:srgbClr val="0F2D48"/>
                </a:solidFill>
                <a:latin typeface="Arial"/>
                <a:cs typeface="Arial"/>
              </a:rPr>
              <a:t>E</a:t>
            </a:r>
            <a:r>
              <a:rPr sz="1900" b="1" spc="-85" dirty="0">
                <a:solidFill>
                  <a:srgbClr val="0F2D48"/>
                </a:solidFill>
                <a:latin typeface="Arial"/>
                <a:cs typeface="Arial"/>
              </a:rPr>
              <a:t>THO</a:t>
            </a:r>
            <a:r>
              <a:rPr sz="1900" b="1" spc="-50" dirty="0">
                <a:solidFill>
                  <a:srgbClr val="0F2D48"/>
                </a:solidFill>
                <a:latin typeface="Arial"/>
                <a:cs typeface="Arial"/>
              </a:rPr>
              <a:t>D</a:t>
            </a:r>
            <a:r>
              <a:rPr sz="1900" b="1" spc="-135" dirty="0">
                <a:solidFill>
                  <a:srgbClr val="0F2D48"/>
                </a:solidFill>
                <a:latin typeface="Arial"/>
                <a:cs typeface="Arial"/>
              </a:rPr>
              <a:t>O</a:t>
            </a:r>
            <a:r>
              <a:rPr sz="1900" b="1" spc="-175" dirty="0">
                <a:solidFill>
                  <a:srgbClr val="0F2D48"/>
                </a:solidFill>
                <a:latin typeface="Arial"/>
                <a:cs typeface="Arial"/>
              </a:rPr>
              <a:t>L</a:t>
            </a:r>
            <a:r>
              <a:rPr sz="1900" b="1" spc="-90" dirty="0">
                <a:solidFill>
                  <a:srgbClr val="0F2D48"/>
                </a:solidFill>
                <a:latin typeface="Arial"/>
                <a:cs typeface="Arial"/>
              </a:rPr>
              <a:t>O</a:t>
            </a:r>
            <a:r>
              <a:rPr sz="1900" b="1" spc="-229" dirty="0">
                <a:solidFill>
                  <a:srgbClr val="0F2D48"/>
                </a:solidFill>
                <a:latin typeface="Arial"/>
                <a:cs typeface="Arial"/>
              </a:rPr>
              <a:t>G</a:t>
            </a:r>
            <a:r>
              <a:rPr sz="1900" b="1" spc="-130" dirty="0">
                <a:solidFill>
                  <a:srgbClr val="0F2D48"/>
                </a:solidFill>
                <a:latin typeface="Arial"/>
                <a:cs typeface="Arial"/>
              </a:rPr>
              <a:t>Y</a:t>
            </a:r>
            <a:endParaRPr sz="1900">
              <a:latin typeface="Arial"/>
              <a:cs typeface="Arial"/>
            </a:endParaRPr>
          </a:p>
          <a:p>
            <a:pPr marL="177800" indent="-165100">
              <a:lnSpc>
                <a:spcPct val="100000"/>
              </a:lnSpc>
              <a:spcBef>
                <a:spcPts val="1410"/>
              </a:spcBef>
              <a:buClr>
                <a:srgbClr val="151515"/>
              </a:buClr>
              <a:buFont typeface="Arial"/>
              <a:buChar char="•"/>
              <a:tabLst>
                <a:tab pos="178435" algn="l"/>
              </a:tabLst>
            </a:pPr>
            <a:r>
              <a:rPr sz="1500" dirty="0">
                <a:solidFill>
                  <a:srgbClr val="151515"/>
                </a:solidFill>
                <a:latin typeface="Arial"/>
                <a:cs typeface="Arial"/>
              </a:rPr>
              <a:t>Linear</a:t>
            </a:r>
            <a:r>
              <a:rPr sz="1500" spc="-6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500" spc="-35" dirty="0">
                <a:solidFill>
                  <a:srgbClr val="282826"/>
                </a:solidFill>
                <a:latin typeface="Arial"/>
                <a:cs typeface="Arial"/>
              </a:rPr>
              <a:t>a</a:t>
            </a:r>
            <a:r>
              <a:rPr sz="1500" spc="-20" dirty="0">
                <a:solidFill>
                  <a:srgbClr val="282826"/>
                </a:solidFill>
                <a:latin typeface="Arial"/>
                <a:cs typeface="Arial"/>
              </a:rPr>
              <a:t>l</a:t>
            </a:r>
            <a:r>
              <a:rPr sz="1500" spc="30" dirty="0">
                <a:solidFill>
                  <a:srgbClr val="282826"/>
                </a:solidFill>
                <a:latin typeface="Arial"/>
                <a:cs typeface="Arial"/>
              </a:rPr>
              <a:t>g</a:t>
            </a:r>
            <a:r>
              <a:rPr sz="1500" spc="-10" dirty="0">
                <a:solidFill>
                  <a:srgbClr val="282826"/>
                </a:solidFill>
                <a:latin typeface="Arial"/>
                <a:cs typeface="Arial"/>
              </a:rPr>
              <a:t>ebra</a:t>
            </a:r>
            <a:endParaRPr sz="1500">
              <a:latin typeface="Arial"/>
              <a:cs typeface="Arial"/>
            </a:endParaRPr>
          </a:p>
          <a:p>
            <a:pPr marL="177800" indent="-165100">
              <a:lnSpc>
                <a:spcPct val="100000"/>
              </a:lnSpc>
              <a:spcBef>
                <a:spcPts val="185"/>
              </a:spcBef>
              <a:buClr>
                <a:srgbClr val="151515"/>
              </a:buClr>
              <a:buFont typeface="Arial"/>
              <a:buChar char="•"/>
              <a:tabLst>
                <a:tab pos="178435" algn="l"/>
              </a:tabLst>
            </a:pPr>
            <a:r>
              <a:rPr sz="1500" spc="20" dirty="0">
                <a:solidFill>
                  <a:srgbClr val="151515"/>
                </a:solidFill>
                <a:latin typeface="Arial"/>
                <a:cs typeface="Arial"/>
              </a:rPr>
              <a:t>Pr</a:t>
            </a:r>
            <a:r>
              <a:rPr sz="1500" spc="-105" dirty="0">
                <a:solidFill>
                  <a:srgbClr val="151515"/>
                </a:solidFill>
                <a:latin typeface="Arial"/>
                <a:cs typeface="Arial"/>
              </a:rPr>
              <a:t>o</a:t>
            </a:r>
            <a:r>
              <a:rPr sz="1500" spc="35" dirty="0">
                <a:solidFill>
                  <a:srgbClr val="151515"/>
                </a:solidFill>
                <a:latin typeface="Arial"/>
                <a:cs typeface="Arial"/>
              </a:rPr>
              <a:t>babi</a:t>
            </a:r>
            <a:r>
              <a:rPr sz="1500" spc="-25" dirty="0">
                <a:solidFill>
                  <a:srgbClr val="151515"/>
                </a:solidFill>
                <a:latin typeface="Arial"/>
                <a:cs typeface="Arial"/>
              </a:rPr>
              <a:t>l</a:t>
            </a:r>
            <a:r>
              <a:rPr sz="1500" spc="-90" dirty="0">
                <a:solidFill>
                  <a:srgbClr val="151515"/>
                </a:solidFill>
                <a:latin typeface="Arial"/>
                <a:cs typeface="Arial"/>
              </a:rPr>
              <a:t>i</a:t>
            </a:r>
            <a:r>
              <a:rPr sz="1500" spc="40" dirty="0">
                <a:solidFill>
                  <a:srgbClr val="151515"/>
                </a:solidFill>
                <a:latin typeface="Arial"/>
                <a:cs typeface="Arial"/>
              </a:rPr>
              <a:t>ty</a:t>
            </a:r>
            <a:r>
              <a:rPr sz="1500" spc="-6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500" spc="5" dirty="0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sz="1500" spc="-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500" spc="20" dirty="0">
                <a:solidFill>
                  <a:srgbClr val="282826"/>
                </a:solidFill>
                <a:latin typeface="Arial"/>
                <a:cs typeface="Arial"/>
              </a:rPr>
              <a:t>statist</a:t>
            </a:r>
            <a:r>
              <a:rPr sz="1500" spc="15" dirty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500" spc="45" dirty="0">
                <a:solidFill>
                  <a:srgbClr val="282826"/>
                </a:solidFill>
                <a:latin typeface="Arial"/>
                <a:cs typeface="Arial"/>
              </a:rPr>
              <a:t>cs</a:t>
            </a:r>
            <a:endParaRPr sz="1500">
              <a:latin typeface="Arial"/>
              <a:cs typeface="Arial"/>
            </a:endParaRPr>
          </a:p>
          <a:p>
            <a:pPr marL="177800" indent="-165100">
              <a:lnSpc>
                <a:spcPct val="100000"/>
              </a:lnSpc>
              <a:spcBef>
                <a:spcPts val="245"/>
              </a:spcBef>
              <a:buClr>
                <a:srgbClr val="151515"/>
              </a:buClr>
              <a:buFont typeface="Arial"/>
              <a:buChar char="•"/>
              <a:tabLst>
                <a:tab pos="178435" algn="l"/>
              </a:tabLst>
            </a:pPr>
            <a:r>
              <a:rPr sz="1500" spc="-30" dirty="0">
                <a:solidFill>
                  <a:srgbClr val="282826"/>
                </a:solidFill>
                <a:latin typeface="Arial"/>
                <a:cs typeface="Arial"/>
              </a:rPr>
              <a:t>Ca</a:t>
            </a:r>
            <a:r>
              <a:rPr sz="1500" spc="-25" dirty="0">
                <a:solidFill>
                  <a:srgbClr val="282826"/>
                </a:solidFill>
                <a:latin typeface="Arial"/>
                <a:cs typeface="Arial"/>
              </a:rPr>
              <a:t>l</a:t>
            </a:r>
            <a:r>
              <a:rPr sz="1500" spc="30" dirty="0">
                <a:solidFill>
                  <a:srgbClr val="282826"/>
                </a:solidFill>
                <a:latin typeface="Arial"/>
                <a:cs typeface="Arial"/>
              </a:rPr>
              <a:t>cu</a:t>
            </a:r>
            <a:r>
              <a:rPr sz="1500" dirty="0">
                <a:solidFill>
                  <a:srgbClr val="282826"/>
                </a:solidFill>
                <a:latin typeface="Arial"/>
                <a:cs typeface="Arial"/>
              </a:rPr>
              <a:t>l</a:t>
            </a:r>
            <a:r>
              <a:rPr sz="1500" spc="15" dirty="0">
                <a:solidFill>
                  <a:srgbClr val="282826"/>
                </a:solidFill>
                <a:latin typeface="Arial"/>
                <a:cs typeface="Arial"/>
              </a:rPr>
              <a:t>u</a:t>
            </a:r>
            <a:r>
              <a:rPr sz="1500" spc="-55" dirty="0">
                <a:solidFill>
                  <a:srgbClr val="282826"/>
                </a:solidFill>
                <a:latin typeface="Arial"/>
                <a:cs typeface="Arial"/>
              </a:rPr>
              <a:t>s</a:t>
            </a:r>
            <a:r>
              <a:rPr sz="1500" spc="254" dirty="0">
                <a:solidFill>
                  <a:srgbClr val="282826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  <a:p>
            <a:pPr marL="177800" indent="-165100">
              <a:lnSpc>
                <a:spcPct val="100000"/>
              </a:lnSpc>
              <a:spcBef>
                <a:spcPts val="245"/>
              </a:spcBef>
              <a:buClr>
                <a:srgbClr val="151515"/>
              </a:buClr>
              <a:buFont typeface="Arial"/>
              <a:buChar char="•"/>
              <a:tabLst>
                <a:tab pos="178435" algn="l"/>
              </a:tabLst>
            </a:pPr>
            <a:r>
              <a:rPr sz="1500" spc="10" dirty="0">
                <a:solidFill>
                  <a:srgbClr val="151515"/>
                </a:solidFill>
                <a:latin typeface="Arial"/>
                <a:cs typeface="Arial"/>
              </a:rPr>
              <a:t>D</a:t>
            </a:r>
            <a:r>
              <a:rPr sz="1500" spc="-195" dirty="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sz="1500" spc="85" dirty="0">
                <a:solidFill>
                  <a:srgbClr val="151515"/>
                </a:solidFill>
                <a:latin typeface="Arial"/>
                <a:cs typeface="Arial"/>
              </a:rPr>
              <a:t>ta</a:t>
            </a:r>
            <a:r>
              <a:rPr sz="1500" spc="-6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500" spc="10" dirty="0">
                <a:solidFill>
                  <a:srgbClr val="151515"/>
                </a:solidFill>
                <a:latin typeface="Arial"/>
                <a:cs typeface="Arial"/>
              </a:rPr>
              <a:t>representation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7396" y="6397522"/>
            <a:ext cx="2327275" cy="1179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b="1" spc="-75" dirty="0">
                <a:solidFill>
                  <a:srgbClr val="0F2D48"/>
                </a:solidFill>
                <a:latin typeface="Arial"/>
                <a:cs typeface="Arial"/>
              </a:rPr>
              <a:t>CO</a:t>
            </a:r>
            <a:r>
              <a:rPr sz="1900" b="1" spc="-95" dirty="0">
                <a:solidFill>
                  <a:srgbClr val="0F2D48"/>
                </a:solidFill>
                <a:latin typeface="Arial"/>
                <a:cs typeface="Arial"/>
              </a:rPr>
              <a:t>N</a:t>
            </a:r>
            <a:r>
              <a:rPr sz="1900" b="1" spc="-10" dirty="0">
                <a:solidFill>
                  <a:srgbClr val="0F2D48"/>
                </a:solidFill>
                <a:latin typeface="Arial"/>
                <a:cs typeface="Arial"/>
              </a:rPr>
              <a:t>C</a:t>
            </a:r>
            <a:r>
              <a:rPr sz="1900" b="1" spc="-180" dirty="0">
                <a:solidFill>
                  <a:srgbClr val="0F2D48"/>
                </a:solidFill>
                <a:latin typeface="Arial"/>
                <a:cs typeface="Arial"/>
              </a:rPr>
              <a:t>L</a:t>
            </a:r>
            <a:r>
              <a:rPr sz="1900" b="1" spc="-75" dirty="0">
                <a:solidFill>
                  <a:srgbClr val="0F2D48"/>
                </a:solidFill>
                <a:latin typeface="Arial"/>
                <a:cs typeface="Arial"/>
              </a:rPr>
              <a:t>U</a:t>
            </a:r>
            <a:r>
              <a:rPr sz="1900" b="1" spc="-80" dirty="0">
                <a:solidFill>
                  <a:srgbClr val="0F2D48"/>
                </a:solidFill>
                <a:latin typeface="Arial"/>
                <a:cs typeface="Arial"/>
              </a:rPr>
              <a:t>S</a:t>
            </a:r>
            <a:r>
              <a:rPr sz="1900" b="1" spc="-65" dirty="0">
                <a:solidFill>
                  <a:srgbClr val="0F2D48"/>
                </a:solidFill>
                <a:latin typeface="Arial"/>
                <a:cs typeface="Arial"/>
              </a:rPr>
              <a:t>I</a:t>
            </a:r>
            <a:r>
              <a:rPr sz="1900" b="1" spc="-45" dirty="0">
                <a:solidFill>
                  <a:srgbClr val="0F2D48"/>
                </a:solidFill>
                <a:latin typeface="Arial"/>
                <a:cs typeface="Arial"/>
              </a:rPr>
              <a:t>ON</a:t>
            </a:r>
            <a:endParaRPr sz="1900">
              <a:latin typeface="Arial"/>
              <a:cs typeface="Arial"/>
            </a:endParaRPr>
          </a:p>
          <a:p>
            <a:pPr marL="12700" marR="5080" indent="7620">
              <a:lnSpc>
                <a:spcPct val="110300"/>
              </a:lnSpc>
              <a:spcBef>
                <a:spcPts val="1225"/>
              </a:spcBef>
            </a:pPr>
            <a:r>
              <a:rPr sz="1500" spc="60" dirty="0">
                <a:solidFill>
                  <a:srgbClr val="282826"/>
                </a:solidFill>
                <a:latin typeface="Arial"/>
                <a:cs typeface="Arial"/>
              </a:rPr>
              <a:t>M</a:t>
            </a:r>
            <a:r>
              <a:rPr sz="1500" spc="-165" dirty="0">
                <a:solidFill>
                  <a:srgbClr val="282826"/>
                </a:solidFill>
                <a:latin typeface="Arial"/>
                <a:cs typeface="Arial"/>
              </a:rPr>
              <a:t>a</a:t>
            </a:r>
            <a:r>
              <a:rPr sz="1500" spc="30" dirty="0">
                <a:solidFill>
                  <a:srgbClr val="282826"/>
                </a:solidFill>
                <a:latin typeface="Arial"/>
                <a:cs typeface="Arial"/>
              </a:rPr>
              <a:t>themat</a:t>
            </a:r>
            <a:r>
              <a:rPr sz="1500" spc="114" dirty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500" spc="5" dirty="0">
                <a:solidFill>
                  <a:srgbClr val="282826"/>
                </a:solidFill>
                <a:latin typeface="Arial"/>
                <a:cs typeface="Arial"/>
              </a:rPr>
              <a:t>cal</a:t>
            </a:r>
            <a:r>
              <a:rPr sz="1500" spc="-60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15" dirty="0">
                <a:solidFill>
                  <a:srgbClr val="282826"/>
                </a:solidFill>
                <a:latin typeface="Arial"/>
                <a:cs typeface="Arial"/>
              </a:rPr>
              <a:t>methods</a:t>
            </a:r>
            <a:r>
              <a:rPr sz="1500" spc="-20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5" dirty="0">
                <a:solidFill>
                  <a:srgbClr val="282826"/>
                </a:solidFill>
                <a:latin typeface="Arial"/>
                <a:cs typeface="Arial"/>
              </a:rPr>
              <a:t>are essent</a:t>
            </a:r>
            <a:r>
              <a:rPr sz="1500" spc="50" dirty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500" spc="-25" dirty="0">
                <a:solidFill>
                  <a:srgbClr val="282826"/>
                </a:solidFill>
                <a:latin typeface="Arial"/>
                <a:cs typeface="Arial"/>
              </a:rPr>
              <a:t>al</a:t>
            </a:r>
            <a:r>
              <a:rPr sz="1500" spc="-114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35" dirty="0">
                <a:solidFill>
                  <a:srgbClr val="151515"/>
                </a:solidFill>
                <a:latin typeface="Arial"/>
                <a:cs typeface="Arial"/>
              </a:rPr>
              <a:t>for</a:t>
            </a:r>
            <a:r>
              <a:rPr sz="1500" spc="6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282826"/>
                </a:solidFill>
                <a:latin typeface="Arial"/>
                <a:cs typeface="Arial"/>
              </a:rPr>
              <a:t>deve</a:t>
            </a:r>
            <a:r>
              <a:rPr sz="1500" spc="35" dirty="0">
                <a:solidFill>
                  <a:srgbClr val="282826"/>
                </a:solidFill>
                <a:latin typeface="Arial"/>
                <a:cs typeface="Arial"/>
              </a:rPr>
              <a:t>loping</a:t>
            </a:r>
            <a:r>
              <a:rPr sz="1500" spc="30" dirty="0">
                <a:solidFill>
                  <a:srgbClr val="282826"/>
                </a:solidFill>
                <a:latin typeface="Arial"/>
                <a:cs typeface="Arial"/>
              </a:rPr>
              <a:t> effective</a:t>
            </a:r>
            <a:r>
              <a:rPr sz="1500" spc="50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-15" dirty="0">
                <a:solidFill>
                  <a:srgbClr val="282826"/>
                </a:solidFill>
                <a:latin typeface="Arial"/>
                <a:cs typeface="Arial"/>
              </a:rPr>
              <a:t>Al</a:t>
            </a:r>
            <a:r>
              <a:rPr sz="1500" spc="-125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25" dirty="0">
                <a:solidFill>
                  <a:srgbClr val="282826"/>
                </a:solidFill>
                <a:latin typeface="Arial"/>
                <a:cs typeface="Arial"/>
              </a:rPr>
              <a:t>solution</a:t>
            </a:r>
            <a:r>
              <a:rPr sz="1500" spc="75" dirty="0">
                <a:solidFill>
                  <a:srgbClr val="282826"/>
                </a:solidFill>
                <a:latin typeface="Arial"/>
                <a:cs typeface="Arial"/>
              </a:rPr>
              <a:t>s</a:t>
            </a:r>
            <a:r>
              <a:rPr sz="1500" spc="85" dirty="0">
                <a:solidFill>
                  <a:srgbClr val="282826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5270" y="7950426"/>
            <a:ext cx="291465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b="1" spc="-175" dirty="0">
                <a:solidFill>
                  <a:srgbClr val="0F2D48"/>
                </a:solidFill>
                <a:latin typeface="Arial"/>
                <a:cs typeface="Arial"/>
              </a:rPr>
              <a:t>REA</a:t>
            </a:r>
            <a:r>
              <a:rPr sz="1900" b="1" spc="-240" dirty="0">
                <a:solidFill>
                  <a:srgbClr val="0F2D48"/>
                </a:solidFill>
                <a:latin typeface="Arial"/>
                <a:cs typeface="Arial"/>
              </a:rPr>
              <a:t>L</a:t>
            </a:r>
            <a:r>
              <a:rPr sz="1900" b="1" spc="-20" dirty="0">
                <a:solidFill>
                  <a:srgbClr val="0F2D48"/>
                </a:solidFill>
                <a:latin typeface="Arial"/>
                <a:cs typeface="Arial"/>
              </a:rPr>
              <a:t>-TI</a:t>
            </a:r>
            <a:r>
              <a:rPr sz="1900" b="1" spc="-90" dirty="0">
                <a:solidFill>
                  <a:srgbClr val="0F2D48"/>
                </a:solidFill>
                <a:latin typeface="Arial"/>
                <a:cs typeface="Arial"/>
              </a:rPr>
              <a:t>ME</a:t>
            </a:r>
            <a:r>
              <a:rPr sz="1900" b="1" spc="-260" dirty="0">
                <a:solidFill>
                  <a:srgbClr val="0F2D48"/>
                </a:solidFill>
                <a:latin typeface="Arial"/>
                <a:cs typeface="Arial"/>
              </a:rPr>
              <a:t> </a:t>
            </a:r>
            <a:r>
              <a:rPr sz="1900" b="1" spc="-110" dirty="0">
                <a:solidFill>
                  <a:srgbClr val="0F2D48"/>
                </a:solidFill>
                <a:latin typeface="Arial"/>
                <a:cs typeface="Arial"/>
              </a:rPr>
              <a:t>A</a:t>
            </a:r>
            <a:r>
              <a:rPr sz="1900" b="1" spc="-80" dirty="0">
                <a:solidFill>
                  <a:srgbClr val="0F2D48"/>
                </a:solidFill>
                <a:latin typeface="Arial"/>
                <a:cs typeface="Arial"/>
              </a:rPr>
              <a:t>P</a:t>
            </a:r>
            <a:r>
              <a:rPr sz="1900" b="1" spc="-135" dirty="0">
                <a:solidFill>
                  <a:srgbClr val="0F2D48"/>
                </a:solidFill>
                <a:latin typeface="Arial"/>
                <a:cs typeface="Arial"/>
              </a:rPr>
              <a:t>PL</a:t>
            </a:r>
            <a:r>
              <a:rPr sz="1900" b="1" spc="-50" dirty="0">
                <a:solidFill>
                  <a:srgbClr val="0F2D48"/>
                </a:solidFill>
                <a:latin typeface="Arial"/>
                <a:cs typeface="Arial"/>
              </a:rPr>
              <a:t>I</a:t>
            </a:r>
            <a:r>
              <a:rPr sz="1900" b="1" spc="-110" dirty="0">
                <a:solidFill>
                  <a:srgbClr val="0F2D48"/>
                </a:solidFill>
                <a:latin typeface="Arial"/>
                <a:cs typeface="Arial"/>
              </a:rPr>
              <a:t>C</a:t>
            </a:r>
            <a:r>
              <a:rPr sz="1900" b="1" spc="-280" dirty="0">
                <a:solidFill>
                  <a:srgbClr val="0F2D48"/>
                </a:solidFill>
                <a:latin typeface="Arial"/>
                <a:cs typeface="Arial"/>
              </a:rPr>
              <a:t>A</a:t>
            </a:r>
            <a:r>
              <a:rPr sz="1900" b="1" spc="-70" dirty="0">
                <a:solidFill>
                  <a:srgbClr val="0F2D48"/>
                </a:solidFill>
                <a:latin typeface="Arial"/>
                <a:cs typeface="Arial"/>
              </a:rPr>
              <a:t>TIONS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0376" y="8551266"/>
            <a:ext cx="41592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40" dirty="0">
                <a:solidFill>
                  <a:srgbClr val="282826"/>
                </a:solidFill>
                <a:latin typeface="Arial"/>
                <a:cs typeface="Arial"/>
              </a:rPr>
              <a:t>F</a:t>
            </a:r>
            <a:r>
              <a:rPr sz="1500" spc="-175" dirty="0">
                <a:solidFill>
                  <a:srgbClr val="282826"/>
                </a:solidFill>
                <a:latin typeface="Arial"/>
                <a:cs typeface="Arial"/>
              </a:rPr>
              <a:t>a</a:t>
            </a:r>
            <a:r>
              <a:rPr sz="1500" spc="-35" dirty="0">
                <a:solidFill>
                  <a:srgbClr val="282826"/>
                </a:solidFill>
                <a:latin typeface="Arial"/>
                <a:cs typeface="Arial"/>
              </a:rPr>
              <a:t>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8269" y="8669402"/>
            <a:ext cx="1565275" cy="361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05" dirty="0">
                <a:solidFill>
                  <a:srgbClr val="151515"/>
                </a:solidFill>
                <a:latin typeface="Arial"/>
                <a:cs typeface="Arial"/>
              </a:rPr>
              <a:t>\,:!;/</a:t>
            </a:r>
            <a:r>
              <a:rPr sz="2650" i="1" spc="3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282826"/>
                </a:solidFill>
                <a:latin typeface="Arial"/>
                <a:cs typeface="Arial"/>
              </a:rPr>
              <a:t>reco</a:t>
            </a:r>
            <a:r>
              <a:rPr sz="1500" spc="-130" dirty="0">
                <a:solidFill>
                  <a:srgbClr val="282826"/>
                </a:solidFill>
                <a:latin typeface="Arial"/>
                <a:cs typeface="Arial"/>
              </a:rPr>
              <a:t>g</a:t>
            </a:r>
            <a:r>
              <a:rPr sz="1500" spc="30" dirty="0">
                <a:solidFill>
                  <a:srgbClr val="282826"/>
                </a:solidFill>
                <a:latin typeface="Arial"/>
                <a:cs typeface="Arial"/>
              </a:rPr>
              <a:t>n</a:t>
            </a:r>
            <a:r>
              <a:rPr sz="1500" spc="-90" dirty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500" spc="15" dirty="0">
                <a:solidFill>
                  <a:srgbClr val="282826"/>
                </a:solidFill>
                <a:latin typeface="Arial"/>
                <a:cs typeface="Arial"/>
              </a:rPr>
              <a:t>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56088" y="8705974"/>
            <a:ext cx="445134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50" spc="65" dirty="0">
                <a:solidFill>
                  <a:srgbClr val="151515"/>
                </a:solidFill>
                <a:latin typeface="Arial"/>
                <a:cs typeface="Arial"/>
              </a:rPr>
              <a:t>•</a:t>
            </a:r>
            <a:r>
              <a:rPr sz="3750" spc="-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750" spc="65" dirty="0">
                <a:solidFill>
                  <a:srgbClr val="151515"/>
                </a:solidFill>
                <a:latin typeface="Arial"/>
                <a:cs typeface="Arial"/>
              </a:rPr>
              <a:t>•</a:t>
            </a:r>
            <a:endParaRPr sz="37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5270" y="9481431"/>
            <a:ext cx="104203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20" dirty="0">
                <a:solidFill>
                  <a:srgbClr val="0F2D48"/>
                </a:solidFill>
                <a:latin typeface="Arial"/>
                <a:cs typeface="Arial"/>
              </a:rPr>
              <a:t>R</a:t>
            </a:r>
            <a:r>
              <a:rPr sz="1500" spc="-204" dirty="0">
                <a:solidFill>
                  <a:srgbClr val="0F2D48"/>
                </a:solidFill>
                <a:latin typeface="Arial"/>
                <a:cs typeface="Arial"/>
              </a:rPr>
              <a:t>e</a:t>
            </a:r>
            <a:r>
              <a:rPr sz="1500" spc="55" dirty="0">
                <a:solidFill>
                  <a:srgbClr val="0F2D48"/>
                </a:solidFill>
                <a:latin typeface="Arial"/>
                <a:cs typeface="Arial"/>
              </a:rPr>
              <a:t>ferences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82844" y="9079410"/>
            <a:ext cx="1073150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 marR="5080" indent="-8255">
              <a:lnSpc>
                <a:spcPct val="106900"/>
              </a:lnSpc>
            </a:pPr>
            <a:r>
              <a:rPr sz="1500" spc="-20" dirty="0">
                <a:solidFill>
                  <a:srgbClr val="282826"/>
                </a:solidFill>
                <a:latin typeface="Arial"/>
                <a:cs typeface="Arial"/>
              </a:rPr>
              <a:t>Amazon </a:t>
            </a:r>
            <a:r>
              <a:rPr sz="1500" spc="30" dirty="0">
                <a:solidFill>
                  <a:srgbClr val="282826"/>
                </a:solidFill>
                <a:latin typeface="Arial"/>
                <a:cs typeface="Arial"/>
              </a:rPr>
              <a:t>prod</a:t>
            </a:r>
            <a:r>
              <a:rPr sz="1500" spc="-55" dirty="0">
                <a:solidFill>
                  <a:srgbClr val="282826"/>
                </a:solidFill>
                <a:latin typeface="Arial"/>
                <a:cs typeface="Arial"/>
              </a:rPr>
              <a:t>u</a:t>
            </a:r>
            <a:r>
              <a:rPr sz="1500" spc="55" dirty="0">
                <a:solidFill>
                  <a:srgbClr val="282826"/>
                </a:solidFill>
                <a:latin typeface="Arial"/>
                <a:cs typeface="Arial"/>
              </a:rPr>
              <a:t>ct</a:t>
            </a:r>
            <a:r>
              <a:rPr sz="1500" spc="40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15" dirty="0">
                <a:solidFill>
                  <a:srgbClr val="282826"/>
                </a:solidFill>
                <a:latin typeface="Arial"/>
                <a:cs typeface="Arial"/>
              </a:rPr>
              <a:t>su</a:t>
            </a:r>
            <a:r>
              <a:rPr sz="1500" spc="-35" dirty="0">
                <a:solidFill>
                  <a:srgbClr val="282826"/>
                </a:solidFill>
                <a:latin typeface="Arial"/>
                <a:cs typeface="Arial"/>
              </a:rPr>
              <a:t>g</a:t>
            </a:r>
            <a:r>
              <a:rPr sz="1500" spc="30" dirty="0">
                <a:solidFill>
                  <a:srgbClr val="282826"/>
                </a:solidFill>
                <a:latin typeface="Arial"/>
                <a:cs typeface="Arial"/>
              </a:rPr>
              <a:t>gest</a:t>
            </a:r>
            <a:r>
              <a:rPr sz="1500" spc="20" dirty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500" dirty="0">
                <a:solidFill>
                  <a:srgbClr val="282826"/>
                </a:solidFill>
                <a:latin typeface="Arial"/>
                <a:cs typeface="Arial"/>
              </a:rPr>
              <a:t>ons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555" y="5845730"/>
            <a:ext cx="2396490" cy="143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b="1" spc="-135" dirty="0">
                <a:solidFill>
                  <a:srgbClr val="0F2D48"/>
                </a:solidFill>
                <a:latin typeface="Arial"/>
                <a:cs typeface="Arial"/>
              </a:rPr>
              <a:t>RES</a:t>
            </a:r>
            <a:r>
              <a:rPr sz="1900" b="1" spc="-105" dirty="0">
                <a:solidFill>
                  <a:srgbClr val="0F2D48"/>
                </a:solidFill>
                <a:latin typeface="Arial"/>
                <a:cs typeface="Arial"/>
              </a:rPr>
              <a:t>U</a:t>
            </a:r>
            <a:r>
              <a:rPr sz="1900" b="1" spc="-430" dirty="0">
                <a:solidFill>
                  <a:srgbClr val="0F2D48"/>
                </a:solidFill>
                <a:latin typeface="Arial"/>
                <a:cs typeface="Arial"/>
              </a:rPr>
              <a:t>L</a:t>
            </a:r>
            <a:r>
              <a:rPr sz="1900" b="1" spc="-100" dirty="0">
                <a:solidFill>
                  <a:srgbClr val="0F2D48"/>
                </a:solidFill>
                <a:latin typeface="Arial"/>
                <a:cs typeface="Arial"/>
              </a:rPr>
              <a:t>TS</a:t>
            </a:r>
            <a:endParaRPr sz="1900">
              <a:latin typeface="Arial"/>
              <a:cs typeface="Arial"/>
            </a:endParaRPr>
          </a:p>
          <a:p>
            <a:pPr marL="12700" marR="5080" indent="7620">
              <a:lnSpc>
                <a:spcPct val="110300"/>
              </a:lnSpc>
              <a:spcBef>
                <a:spcPts val="1160"/>
              </a:spcBef>
            </a:pPr>
            <a:r>
              <a:rPr sz="1500" spc="-90" dirty="0">
                <a:solidFill>
                  <a:srgbClr val="282826"/>
                </a:solidFill>
                <a:latin typeface="Arial"/>
                <a:cs typeface="Arial"/>
              </a:rPr>
              <a:t>Key</a:t>
            </a:r>
            <a:r>
              <a:rPr sz="1500" spc="20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15" dirty="0">
                <a:solidFill>
                  <a:srgbClr val="151515"/>
                </a:solidFill>
                <a:latin typeface="Arial"/>
                <a:cs typeface="Arial"/>
              </a:rPr>
              <a:t>mathemat</a:t>
            </a:r>
            <a:r>
              <a:rPr sz="1500" spc="50" dirty="0">
                <a:solidFill>
                  <a:srgbClr val="151515"/>
                </a:solidFill>
                <a:latin typeface="Arial"/>
                <a:cs typeface="Arial"/>
              </a:rPr>
              <a:t>i</a:t>
            </a:r>
            <a:r>
              <a:rPr sz="1500" spc="30" dirty="0">
                <a:solidFill>
                  <a:srgbClr val="151515"/>
                </a:solidFill>
                <a:latin typeface="Arial"/>
                <a:cs typeface="Arial"/>
              </a:rPr>
              <a:t>c</a:t>
            </a:r>
            <a:r>
              <a:rPr sz="1500" spc="55" dirty="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sz="1500" spc="280" dirty="0">
                <a:solidFill>
                  <a:srgbClr val="3B3B3A"/>
                </a:solidFill>
                <a:latin typeface="Arial"/>
                <a:cs typeface="Arial"/>
              </a:rPr>
              <a:t>l</a:t>
            </a:r>
            <a:r>
              <a:rPr sz="1500" spc="20" dirty="0">
                <a:solidFill>
                  <a:srgbClr val="282826"/>
                </a:solidFill>
                <a:latin typeface="Arial"/>
                <a:cs typeface="Arial"/>
              </a:rPr>
              <a:t>conce</a:t>
            </a:r>
            <a:r>
              <a:rPr sz="1500" dirty="0">
                <a:solidFill>
                  <a:srgbClr val="282826"/>
                </a:solidFill>
                <a:latin typeface="Arial"/>
                <a:cs typeface="Arial"/>
              </a:rPr>
              <a:t>p</a:t>
            </a:r>
            <a:r>
              <a:rPr sz="1500" spc="60" dirty="0">
                <a:solidFill>
                  <a:srgbClr val="282826"/>
                </a:solidFill>
                <a:latin typeface="Arial"/>
                <a:cs typeface="Arial"/>
              </a:rPr>
              <a:t>ts</a:t>
            </a:r>
            <a:r>
              <a:rPr sz="1500" spc="45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5" dirty="0">
                <a:solidFill>
                  <a:srgbClr val="282826"/>
                </a:solidFill>
                <a:latin typeface="Arial"/>
                <a:cs typeface="Arial"/>
              </a:rPr>
              <a:t>enab</a:t>
            </a:r>
            <a:r>
              <a:rPr sz="1500" spc="10" dirty="0">
                <a:solidFill>
                  <a:srgbClr val="282826"/>
                </a:solidFill>
                <a:latin typeface="Arial"/>
                <a:cs typeface="Arial"/>
              </a:rPr>
              <a:t>l</a:t>
            </a:r>
            <a:r>
              <a:rPr sz="1500" spc="15" dirty="0">
                <a:solidFill>
                  <a:srgbClr val="282826"/>
                </a:solidFill>
                <a:latin typeface="Arial"/>
                <a:cs typeface="Arial"/>
              </a:rPr>
              <a:t>e</a:t>
            </a:r>
            <a:r>
              <a:rPr sz="1500" spc="-155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20" dirty="0">
                <a:solidFill>
                  <a:srgbClr val="282826"/>
                </a:solidFill>
                <a:latin typeface="Arial"/>
                <a:cs typeface="Arial"/>
              </a:rPr>
              <a:t>Al</a:t>
            </a:r>
            <a:r>
              <a:rPr sz="1500" spc="-70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5" dirty="0">
                <a:solidFill>
                  <a:srgbClr val="282826"/>
                </a:solidFill>
                <a:latin typeface="Arial"/>
                <a:cs typeface="Arial"/>
              </a:rPr>
              <a:t>adva</a:t>
            </a:r>
            <a:r>
              <a:rPr sz="1500" dirty="0">
                <a:solidFill>
                  <a:srgbClr val="282826"/>
                </a:solidFill>
                <a:latin typeface="Arial"/>
                <a:cs typeface="Arial"/>
              </a:rPr>
              <a:t>ncements</a:t>
            </a:r>
            <a:r>
              <a:rPr sz="1500" spc="-40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95" dirty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500" spc="50" dirty="0">
                <a:solidFill>
                  <a:srgbClr val="282826"/>
                </a:solidFill>
                <a:latin typeface="Arial"/>
                <a:cs typeface="Arial"/>
              </a:rPr>
              <a:t>n</a:t>
            </a:r>
            <a:r>
              <a:rPr sz="1500" spc="25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282826"/>
                </a:solidFill>
                <a:latin typeface="Arial"/>
                <a:cs typeface="Arial"/>
              </a:rPr>
              <a:t>M</a:t>
            </a:r>
            <a:r>
              <a:rPr sz="1500" spc="-105" dirty="0">
                <a:solidFill>
                  <a:srgbClr val="282826"/>
                </a:solidFill>
                <a:latin typeface="Arial"/>
                <a:cs typeface="Arial"/>
              </a:rPr>
              <a:t>a</a:t>
            </a:r>
            <a:r>
              <a:rPr sz="1500" spc="60" dirty="0">
                <a:solidFill>
                  <a:srgbClr val="282826"/>
                </a:solidFill>
                <a:latin typeface="Arial"/>
                <a:cs typeface="Arial"/>
              </a:rPr>
              <a:t>ch</a:t>
            </a:r>
            <a:r>
              <a:rPr sz="1500" dirty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500" spc="40" dirty="0">
                <a:solidFill>
                  <a:srgbClr val="282826"/>
                </a:solidFill>
                <a:latin typeface="Arial"/>
                <a:cs typeface="Arial"/>
              </a:rPr>
              <a:t>ne</a:t>
            </a:r>
            <a:r>
              <a:rPr sz="1500" spc="-65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10" dirty="0">
                <a:solidFill>
                  <a:srgbClr val="282826"/>
                </a:solidFill>
                <a:latin typeface="Arial"/>
                <a:cs typeface="Arial"/>
              </a:rPr>
              <a:t>Learnin</a:t>
            </a:r>
            <a:r>
              <a:rPr sz="1500" spc="200" dirty="0">
                <a:solidFill>
                  <a:srgbClr val="282826"/>
                </a:solidFill>
                <a:latin typeface="Arial"/>
                <a:cs typeface="Arial"/>
              </a:rPr>
              <a:t>g</a:t>
            </a:r>
            <a:r>
              <a:rPr sz="1500" spc="30" dirty="0">
                <a:solidFill>
                  <a:srgbClr val="282826"/>
                </a:solidFill>
                <a:latin typeface="Arial"/>
                <a:cs typeface="Arial"/>
              </a:rPr>
              <a:t>a</a:t>
            </a:r>
            <a:r>
              <a:rPr sz="1500" spc="65" dirty="0">
                <a:solidFill>
                  <a:srgbClr val="282826"/>
                </a:solidFill>
                <a:latin typeface="Arial"/>
                <a:cs typeface="Arial"/>
              </a:rPr>
              <a:t>nd</a:t>
            </a:r>
            <a:endParaRPr sz="15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245"/>
              </a:spcBef>
            </a:pPr>
            <a:r>
              <a:rPr sz="1500" dirty="0">
                <a:solidFill>
                  <a:srgbClr val="151515"/>
                </a:solidFill>
                <a:latin typeface="Arial"/>
                <a:cs typeface="Arial"/>
              </a:rPr>
              <a:t>Deep</a:t>
            </a:r>
            <a:r>
              <a:rPr sz="1500" spc="-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500" spc="-90" dirty="0">
                <a:solidFill>
                  <a:srgbClr val="151515"/>
                </a:solidFill>
                <a:latin typeface="Arial"/>
                <a:cs typeface="Arial"/>
              </a:rPr>
              <a:t>L</a:t>
            </a:r>
            <a:r>
              <a:rPr sz="1500" spc="20" dirty="0">
                <a:solidFill>
                  <a:srgbClr val="151515"/>
                </a:solidFill>
                <a:latin typeface="Arial"/>
                <a:cs typeface="Arial"/>
              </a:rPr>
              <a:t>earning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91765" y="3023702"/>
            <a:ext cx="1341755" cy="1936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ct val="100000"/>
              </a:lnSpc>
            </a:pPr>
            <a:r>
              <a:rPr sz="1900" b="1" spc="-160" dirty="0">
                <a:solidFill>
                  <a:srgbClr val="0F2D48"/>
                </a:solidFill>
                <a:latin typeface="Arial"/>
                <a:cs typeface="Arial"/>
              </a:rPr>
              <a:t>OBJ</a:t>
            </a:r>
            <a:r>
              <a:rPr sz="1900" b="1" spc="-170" dirty="0">
                <a:solidFill>
                  <a:srgbClr val="0F2D48"/>
                </a:solidFill>
                <a:latin typeface="Arial"/>
                <a:cs typeface="Arial"/>
              </a:rPr>
              <a:t>E</a:t>
            </a:r>
            <a:r>
              <a:rPr sz="1900" b="1" spc="-60" dirty="0">
                <a:solidFill>
                  <a:srgbClr val="0F2D48"/>
                </a:solidFill>
                <a:latin typeface="Arial"/>
                <a:cs typeface="Arial"/>
              </a:rPr>
              <a:t>CTIVE</a:t>
            </a:r>
            <a:endParaRPr sz="1900">
              <a:latin typeface="Arial"/>
              <a:cs typeface="Arial"/>
            </a:endParaRPr>
          </a:p>
          <a:p>
            <a:pPr marL="20320" marR="5080" indent="-8255">
              <a:lnSpc>
                <a:spcPct val="110300"/>
              </a:lnSpc>
              <a:spcBef>
                <a:spcPts val="1225"/>
              </a:spcBef>
            </a:pPr>
            <a:r>
              <a:rPr sz="1500" spc="-30" dirty="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sz="1500" spc="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500" spc="30" dirty="0">
                <a:solidFill>
                  <a:srgbClr val="151515"/>
                </a:solidFill>
                <a:latin typeface="Arial"/>
                <a:cs typeface="Arial"/>
              </a:rPr>
              <a:t>proposed</a:t>
            </a:r>
            <a:r>
              <a:rPr sz="1500" spc="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282826"/>
                </a:solidFill>
                <a:latin typeface="Arial"/>
                <a:cs typeface="Arial"/>
              </a:rPr>
              <a:t>study</a:t>
            </a:r>
            <a:r>
              <a:rPr sz="1500" spc="25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494949"/>
                </a:solidFill>
                <a:latin typeface="Arial"/>
                <a:cs typeface="Arial"/>
              </a:rPr>
              <a:t>i</a:t>
            </a:r>
            <a:r>
              <a:rPr sz="1500" spc="30" dirty="0">
                <a:solidFill>
                  <a:srgbClr val="282826"/>
                </a:solidFill>
                <a:latin typeface="Arial"/>
                <a:cs typeface="Arial"/>
              </a:rPr>
              <a:t>s</a:t>
            </a:r>
            <a:r>
              <a:rPr sz="1500" spc="15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5" dirty="0">
                <a:solidFill>
                  <a:srgbClr val="282826"/>
                </a:solidFill>
                <a:latin typeface="Arial"/>
                <a:cs typeface="Arial"/>
              </a:rPr>
              <a:t>exp</a:t>
            </a:r>
            <a:r>
              <a:rPr sz="1500" spc="10" dirty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500" spc="85" dirty="0">
                <a:solidFill>
                  <a:srgbClr val="282826"/>
                </a:solidFill>
                <a:latin typeface="Arial"/>
                <a:cs typeface="Arial"/>
              </a:rPr>
              <a:t>or</a:t>
            </a:r>
            <a:r>
              <a:rPr sz="1500" spc="15" dirty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500" spc="-35" dirty="0">
                <a:solidFill>
                  <a:srgbClr val="282826"/>
                </a:solidFill>
                <a:latin typeface="Arial"/>
                <a:cs typeface="Arial"/>
              </a:rPr>
              <a:t>n</a:t>
            </a:r>
            <a:r>
              <a:rPr sz="1500" spc="204" dirty="0">
                <a:solidFill>
                  <a:srgbClr val="282826"/>
                </a:solidFill>
                <a:latin typeface="Arial"/>
                <a:cs typeface="Arial"/>
              </a:rPr>
              <a:t>g</a:t>
            </a:r>
            <a:r>
              <a:rPr sz="1500" spc="-285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282826"/>
                </a:solidFill>
                <a:latin typeface="Arial"/>
                <a:cs typeface="Arial"/>
              </a:rPr>
              <a:t>the</a:t>
            </a:r>
            <a:r>
              <a:rPr sz="1500" spc="35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5" dirty="0">
                <a:solidFill>
                  <a:srgbClr val="282826"/>
                </a:solidFill>
                <a:latin typeface="Arial"/>
                <a:cs typeface="Arial"/>
              </a:rPr>
              <a:t>role</a:t>
            </a:r>
            <a:r>
              <a:rPr sz="1500" spc="-155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35" dirty="0">
                <a:solidFill>
                  <a:srgbClr val="282826"/>
                </a:solidFill>
                <a:latin typeface="Arial"/>
                <a:cs typeface="Arial"/>
              </a:rPr>
              <a:t>of</a:t>
            </a:r>
            <a:r>
              <a:rPr sz="1500" spc="25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282826"/>
                </a:solidFill>
                <a:latin typeface="Arial"/>
                <a:cs typeface="Arial"/>
              </a:rPr>
              <a:t>mathem</a:t>
            </a:r>
            <a:r>
              <a:rPr sz="1500" spc="-114" dirty="0">
                <a:solidFill>
                  <a:srgbClr val="282826"/>
                </a:solidFill>
                <a:latin typeface="Arial"/>
                <a:cs typeface="Arial"/>
              </a:rPr>
              <a:t>a</a:t>
            </a:r>
            <a:r>
              <a:rPr sz="1500" spc="105" dirty="0">
                <a:solidFill>
                  <a:srgbClr val="282826"/>
                </a:solidFill>
                <a:latin typeface="Arial"/>
                <a:cs typeface="Arial"/>
              </a:rPr>
              <a:t>t</a:t>
            </a:r>
            <a:r>
              <a:rPr sz="1500" spc="60" dirty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500" spc="5" dirty="0">
                <a:solidFill>
                  <a:srgbClr val="282826"/>
                </a:solidFill>
                <a:latin typeface="Arial"/>
                <a:cs typeface="Arial"/>
              </a:rPr>
              <a:t>cs</a:t>
            </a:r>
            <a:r>
              <a:rPr sz="1500" spc="-10" dirty="0">
                <a:solidFill>
                  <a:srgbClr val="282826"/>
                </a:solidFill>
                <a:latin typeface="Arial"/>
                <a:cs typeface="Arial"/>
              </a:rPr>
              <a:t> </a:t>
            </a:r>
            <a:r>
              <a:rPr sz="1500" spc="40" dirty="0">
                <a:solidFill>
                  <a:srgbClr val="151515"/>
                </a:solidFill>
                <a:latin typeface="Arial"/>
                <a:cs typeface="Arial"/>
              </a:rPr>
              <a:t>in</a:t>
            </a:r>
            <a:r>
              <a:rPr sz="1500" spc="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500" spc="-15" dirty="0">
                <a:solidFill>
                  <a:srgbClr val="282826"/>
                </a:solidFill>
                <a:latin typeface="Arial"/>
                <a:cs typeface="Arial"/>
              </a:rPr>
              <a:t>Al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19182" y="9079410"/>
            <a:ext cx="77914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55" dirty="0">
                <a:solidFill>
                  <a:srgbClr val="282826"/>
                </a:solidFill>
                <a:latin typeface="Arial"/>
                <a:cs typeface="Arial"/>
              </a:rPr>
              <a:t>ChatGPT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53150" y="8379330"/>
            <a:ext cx="1759585" cy="949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940">
              <a:lnSpc>
                <a:spcPct val="100000"/>
              </a:lnSpc>
            </a:pPr>
            <a:r>
              <a:rPr sz="4350" b="1" spc="-810" dirty="0">
                <a:solidFill>
                  <a:srgbClr val="151515"/>
                </a:solidFill>
                <a:latin typeface="Times New Roman"/>
                <a:cs typeface="Times New Roman"/>
              </a:rPr>
              <a:t>ti!Q</a:t>
            </a:r>
            <a:r>
              <a:rPr sz="4350" b="1" spc="-965" dirty="0">
                <a:solidFill>
                  <a:srgbClr val="151515"/>
                </a:solidFill>
                <a:latin typeface="Times New Roman"/>
                <a:cs typeface="Times New Roman"/>
              </a:rPr>
              <a:t>»</a:t>
            </a:r>
            <a:r>
              <a:rPr sz="4350" b="1" spc="-830" dirty="0">
                <a:solidFill>
                  <a:srgbClr val="151515"/>
                </a:solidFill>
                <a:latin typeface="Times New Roman"/>
                <a:cs typeface="Times New Roman"/>
              </a:rPr>
              <a:t>)</a:t>
            </a:r>
            <a:endParaRPr sz="4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600" spc="-100" dirty="0">
                <a:solidFill>
                  <a:srgbClr val="282826"/>
                </a:solidFill>
                <a:latin typeface="Arial"/>
                <a:cs typeface="Arial"/>
              </a:rPr>
              <a:t>Sel</a:t>
            </a:r>
            <a:r>
              <a:rPr sz="1600" spc="-15" dirty="0">
                <a:solidFill>
                  <a:srgbClr val="282826"/>
                </a:solidFill>
                <a:latin typeface="Arial"/>
                <a:cs typeface="Arial"/>
              </a:rPr>
              <a:t>f-</a:t>
            </a:r>
            <a:r>
              <a:rPr sz="1600" spc="-65" dirty="0">
                <a:solidFill>
                  <a:srgbClr val="282826"/>
                </a:solidFill>
                <a:latin typeface="Arial"/>
                <a:cs typeface="Arial"/>
              </a:rPr>
              <a:t>d</a:t>
            </a:r>
            <a:r>
              <a:rPr sz="1600" spc="40" dirty="0">
                <a:solidFill>
                  <a:srgbClr val="282826"/>
                </a:solidFill>
                <a:latin typeface="Arial"/>
                <a:cs typeface="Arial"/>
              </a:rPr>
              <a:t>r</a:t>
            </a:r>
            <a:r>
              <a:rPr sz="1600" spc="-130" dirty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600" spc="5" dirty="0">
                <a:solidFill>
                  <a:srgbClr val="282826"/>
                </a:solidFill>
                <a:latin typeface="Arial"/>
                <a:cs typeface="Arial"/>
              </a:rPr>
              <a:t>v</a:t>
            </a:r>
            <a:r>
              <a:rPr sz="1600" spc="10" dirty="0">
                <a:solidFill>
                  <a:srgbClr val="282826"/>
                </a:solidFill>
                <a:latin typeface="Arial"/>
                <a:cs typeface="Arial"/>
              </a:rPr>
              <a:t>i</a:t>
            </a:r>
            <a:r>
              <a:rPr sz="1600" spc="1860" dirty="0">
                <a:solidFill>
                  <a:srgbClr val="282826"/>
                </a:solidFill>
                <a:latin typeface="Arial"/>
                <a:cs typeface="Arial"/>
              </a:rPr>
              <a:t>ng.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53150" y="9315893"/>
            <a:ext cx="37846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5" dirty="0">
                <a:solidFill>
                  <a:srgbClr val="282826"/>
                </a:solidFill>
                <a:latin typeface="Arial"/>
                <a:cs typeface="Arial"/>
              </a:rPr>
              <a:t>cars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21746" y="9315893"/>
            <a:ext cx="767080" cy="389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3675">
              <a:lnSpc>
                <a:spcPts val="1585"/>
              </a:lnSpc>
              <a:tabLst>
                <a:tab pos="650240" algn="l"/>
              </a:tabLst>
            </a:pPr>
            <a:r>
              <a:rPr sz="1500" spc="254" dirty="0">
                <a:solidFill>
                  <a:srgbClr val="151515"/>
                </a:solidFill>
                <a:latin typeface="Arial"/>
                <a:cs typeface="Arial"/>
              </a:rPr>
              <a:t>.	</a:t>
            </a:r>
            <a:r>
              <a:rPr sz="1500" spc="310" dirty="0">
                <a:latin typeface="Arial"/>
                <a:cs typeface="Arial"/>
              </a:rPr>
              <a:t>·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585"/>
              </a:lnSpc>
            </a:pPr>
            <a:r>
              <a:rPr sz="1500" spc="250" dirty="0">
                <a:latin typeface="Arial"/>
                <a:cs typeface="Arial"/>
              </a:rPr>
              <a:t>[!]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92</Words>
  <Application>Microsoft Office PowerPoint</Application>
  <PresentationFormat>Benutzerdefiniert</PresentationFormat>
  <Paragraphs>30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Mathematics in Artificial Intelligence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Online2PDF.com</cp:lastModifiedBy>
  <cp:revision>1</cp:revision>
  <dcterms:created xsi:type="dcterms:W3CDTF">2025-06-27T08:17:54Z</dcterms:created>
  <dcterms:modified xsi:type="dcterms:W3CDTF">2025-06-27T06:17:57Z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2025-06-27T00:00:00Z</vt:filetime>
  </property>
  <property fmtid="{D5CDD505-2E9C-101B-9397-08002B2CF9AE}" pid="3" name="LastSaved">
    <vt:filetime>2025-06-27T00:00:00Z</vt:filetime>
  </property>
</Properties>
</file>